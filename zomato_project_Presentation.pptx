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049E0-B324-7D7E-3EFB-8B9CD2A55E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AFF3F1-DFFD-856E-857F-B48786458D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9A107-9047-7E12-539A-FD08193DB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DCE98-CBCF-4F5B-A96B-689FBB5B9A21}" type="datetimeFigureOut">
              <a:rPr lang="en-IN" smtClean="0"/>
              <a:t>31-10-2026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908A2-F061-081C-4370-10CE1776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8F816-1EA3-7378-690F-895EE18DC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6B604-1985-4944-90BC-7B0917918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071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0B3CF-C55C-0CE2-8BAE-8524958CD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1AE86-E7A7-439A-EF21-6B2EB71B1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3DB16-16F2-F1E1-3D0A-02112E7EC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DCE98-CBCF-4F5B-A96B-689FBB5B9A21}" type="datetimeFigureOut">
              <a:rPr lang="en-IN" smtClean="0"/>
              <a:t>31-10-2026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BB982-86D9-3C4B-89B8-A8510AA7F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47681-20EB-77AC-A215-307F978CC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6B604-1985-4944-90BC-7B0917918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189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D04BA-0E17-CF5E-D4F2-F429DA21E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C4E45-F2B1-7C93-7642-35D315586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E7A2C-FF30-D3A4-1F93-2AB37459B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DCE98-CBCF-4F5B-A96B-689FBB5B9A21}" type="datetimeFigureOut">
              <a:rPr lang="en-IN" smtClean="0"/>
              <a:t>31-10-2026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ED962-7D55-A5CD-D2C3-1C4CA387D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CE031-E6A7-B284-22FA-077F037CD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6B604-1985-4944-90BC-7B0917918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5185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08790-61AC-4F19-02E9-A43499B8B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B717C-8C05-86ED-6003-6CACF04035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2BA091-AE76-7FA1-F55C-D4072609D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5D7E49-5379-995B-D73E-45C3F8E1A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DCE98-CBCF-4F5B-A96B-689FBB5B9A21}" type="datetimeFigureOut">
              <a:rPr lang="en-IN" smtClean="0"/>
              <a:t>31-10-2026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6AA1F-315A-E8BD-ECAE-59C20EC01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064F7-4CE1-269C-7BC4-A00485F05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6B604-1985-4944-90BC-7B0917918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275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D6EE6-0D05-03C4-C2CF-CD44EDC92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EDF13-8F8F-2A8B-EEAB-5E6EFD21B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4F3289-779A-6543-484B-87227B8F4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5AC8F8-2835-64B8-7190-01BC176D41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5D9F10-39C1-2D43-4EDA-A12E652166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0F2178-2CF6-6DFA-592D-BA2AF855C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DCE98-CBCF-4F5B-A96B-689FBB5B9A21}" type="datetimeFigureOut">
              <a:rPr lang="en-IN" smtClean="0"/>
              <a:t>31-10-2026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51433F-C585-0AE8-1F11-796E8843B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E6E67F-BF02-91C3-FB92-83D410171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6B604-1985-4944-90BC-7B0917918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131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6DDEF-19DA-4427-478B-66709B0E4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96089D-4969-7CF9-75DF-335F5EA7E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DCE98-CBCF-4F5B-A96B-689FBB5B9A21}" type="datetimeFigureOut">
              <a:rPr lang="en-IN" smtClean="0"/>
              <a:t>31-10-2026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234D2F-5B46-35CB-F67F-710EDB56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37DC67-1524-CC1B-39A6-FD3401CF4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6B604-1985-4944-90BC-7B0917918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5279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A43D89-83F7-9693-0D16-A5E8F8619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DCE98-CBCF-4F5B-A96B-689FBB5B9A21}" type="datetimeFigureOut">
              <a:rPr lang="en-IN" smtClean="0"/>
              <a:t>31-10-2026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0EFF23-B3FD-60B1-61A9-6CE5B27D9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7B8AC-1695-097B-2C13-2FCC829A8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6B604-1985-4944-90BC-7B0917918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4100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21BA5-7D32-F3C5-EE3A-FE1CC4DA2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8E630-4EEE-126E-AE53-163BFFDC0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A4F897-80A6-4166-066C-4B41BD361C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3665E-A614-4927-A693-E8DE53422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DCE98-CBCF-4F5B-A96B-689FBB5B9A21}" type="datetimeFigureOut">
              <a:rPr lang="en-IN" smtClean="0"/>
              <a:t>31-10-2026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A5857-708F-D2E5-2CA2-BBA449A8B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D26745-8C87-47D9-F4E1-CEA38E295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6B604-1985-4944-90BC-7B0917918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040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97F00-A13D-8726-C1FB-FB35B216E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B16BC5-63F0-C99F-3EBE-5D5055C2349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C697B5-2C7F-7893-0837-FDD8D58DB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1CEF66-DA99-1109-6745-1405185CB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DCE98-CBCF-4F5B-A96B-689FBB5B9A21}" type="datetimeFigureOut">
              <a:rPr lang="en-IN" smtClean="0"/>
              <a:t>31-10-2026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646A0-F279-932B-97A5-3C8EB2B8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E2C07-5949-8575-D7CC-4A1164B8F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6B604-1985-4944-90BC-7B0917918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7521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45F98-F201-E922-0998-07EA24CE3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BAD2CD-3D10-6AD1-2EBD-6356606C8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AA5EB-6DF9-2FFA-3607-1A235B40D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DCE98-CBCF-4F5B-A96B-689FBB5B9A21}" type="datetimeFigureOut">
              <a:rPr lang="en-IN" smtClean="0"/>
              <a:t>31-10-2026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E46DA-1F02-6769-AFE6-191462D21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1192B-B9CA-1434-231A-F763661E7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6B604-1985-4944-90BC-7B0917918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0571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BF3E6C-0EED-82F9-5821-5347D624F0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45F84-4C20-5F4E-B6B3-F1812B19F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3572B-4F06-B5C4-4E66-6E0BA0591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DCE98-CBCF-4F5B-A96B-689FBB5B9A21}" type="datetimeFigureOut">
              <a:rPr lang="en-IN" smtClean="0"/>
              <a:t>31-10-2026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FB485-7F0D-221B-B9A3-904C2D584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C7878-2ABF-8672-405D-AADE5908C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6B604-1985-4944-90BC-7B0917918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4809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6D7280-7D8F-ED25-EB92-7F4F82F79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F265B-B181-CE1D-6F97-F6F306CDC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EC20C-7778-1CE4-54F4-B09806341B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DCE98-CBCF-4F5B-A96B-689FBB5B9A21}" type="datetimeFigureOut">
              <a:rPr lang="en-IN" smtClean="0"/>
              <a:t>31-10-2026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A04EC-60F1-D247-AD12-DEE22173AD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92165-0C71-D918-6CB6-1FB9C6E1C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6B604-1985-4944-90BC-7B0917918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756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5B033D-4A56-F070-2300-C0558686F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846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414C16-2BC7-8F06-B619-0B51490FA9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1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448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33809D-F3B1-4ADC-970D-854A98C3AF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9174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AA4BBE-A1F0-1A54-2FE8-FCE46E4293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136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4289DC-65EE-39DD-8F06-2CA922B4A8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1882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B53F7A-DAC7-7614-7212-B2329710A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"/>
            <a:ext cx="12192000" cy="7219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388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A1DAC2-D434-2FEA-1A28-286CB52C70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-157163"/>
            <a:ext cx="12192000" cy="717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506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057379-D800-BFEA-4B4D-641BE5EDB4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516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671272-3B08-2A9C-D36F-20E1ABA1A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9100" y="123825"/>
            <a:ext cx="1251585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72BC4B-4169-A821-F766-42FBFC6165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9100" y="-1"/>
            <a:ext cx="12611100" cy="698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101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CD364C-BDC4-57E5-2B5F-0C38F4537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00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5377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A75597-A50C-9C39-6A62-9760DD9FD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-76200"/>
            <a:ext cx="12192000" cy="693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7790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0F4C25-CE43-D80C-F26A-649115D21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45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2346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663775-A9E2-62CA-4CEE-136164F42F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503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 shahira</dc:creator>
  <cp:lastModifiedBy>p shahira</cp:lastModifiedBy>
  <cp:revision>1</cp:revision>
  <dcterms:created xsi:type="dcterms:W3CDTF">2026-10-31T12:21:31Z</dcterms:created>
  <dcterms:modified xsi:type="dcterms:W3CDTF">2026-10-31T13:09:40Z</dcterms:modified>
</cp:coreProperties>
</file>